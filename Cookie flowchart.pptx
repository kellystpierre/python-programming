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78" d="100"/>
          <a:sy n="78" d="100"/>
        </p:scale>
        <p:origin x="60" y="1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BFD71-6051-AB7A-7CA0-1FDAD2054A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12DB16-51D6-A9DA-6322-E9994905F3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BDB60-7423-1A69-4DF8-88A3592AC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AD155-4737-40C2-8D0A-3FD693151A2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AA1AD-D16C-37B6-4FE1-6C352765B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D0D5B-10B7-1664-8799-04E07E388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6D6C-3AC2-4564-AD5D-45B5C6D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020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3929C-3065-3CF5-9C00-560082F45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1A589-352D-F04E-7DB7-7C69051F6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4615F-9439-8652-F769-04C2CFA91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AD155-4737-40C2-8D0A-3FD693151A2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8A376-CB17-E924-BE49-32F771C1F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58AEF-078E-DACE-1617-916DCBC4A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6D6C-3AC2-4564-AD5D-45B5C6D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233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ADBF7-0FB6-025E-D9A4-9AAEB9D5F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03384A-DAD9-DC00-CBBF-EB68ED98C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853B3-6ECC-7A7F-DD40-783540142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AD155-4737-40C2-8D0A-3FD693151A2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681ED-A5BB-5A84-C31C-76D2AA6AC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06712-599C-9825-C056-6644ACB2C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6D6C-3AC2-4564-AD5D-45B5C6D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438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8DC33-9248-FAB6-C3EE-64202898C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E6A96-0D8D-2AA2-1AA0-1D36C0DC27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D6B0D0-9F9E-7668-8732-77963EB112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7D14D8-182B-0827-977E-529DD3469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AD155-4737-40C2-8D0A-3FD693151A2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7A917E-4F2B-CD5D-B9BA-CE805EC6A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CF2F18-094C-DF82-87B1-F9A938C57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6D6C-3AC2-4564-AD5D-45B5C6D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073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DCDCA-A909-1A7E-85DB-71F2690FE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F8331E-CF1D-3A1F-3B6A-307F607CF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A56655-BC0B-F133-B8BA-79B9CFD36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0F0746-4A6F-0217-6D3D-F64D67480A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CCB96C-B919-580C-208A-09BA0D9DB6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0393EC-02E3-7E8A-746D-96C200B52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AD155-4737-40C2-8D0A-3FD693151A2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8D5D78-940E-7423-D1E4-16698352D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F2D8DB-774E-4C6C-8081-C482E989F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6D6C-3AC2-4564-AD5D-45B5C6D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044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D5BC9-C271-E91B-8972-CE176FEA3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CD60D8-EE65-26F6-D6C1-07E7D748A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AD155-4737-40C2-8D0A-3FD693151A2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8C5E5C-1E16-44D2-FEC4-903121A6E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0D558C-124D-7CFE-6E52-914FA734B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6D6C-3AC2-4564-AD5D-45B5C6D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030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DDD2FB-5152-88F5-3188-DE0EBA867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AD155-4737-40C2-8D0A-3FD693151A2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57341E-DAF5-EBCC-D59A-E8D96C1DC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1A701-930A-A3B7-29C6-39BEDF462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6D6C-3AC2-4564-AD5D-45B5C6D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706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2DEB0-82C6-C322-9D0E-CB28A084B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CC8B5-2DE2-31D1-990A-819D8B6C5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2E95B2-D5F3-9FFD-03B1-D76763A3CD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F47BB5-C12E-5618-DE5F-3C53F9B48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AD155-4737-40C2-8D0A-3FD693151A2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731CD-5C8B-C688-C763-08E30DC16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85AB20-D10B-81BA-8FA7-6B24702D2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6D6C-3AC2-4564-AD5D-45B5C6D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178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B5462-0072-1475-F70D-0A1824054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D8D7EC-ED62-EE55-7503-DDA4CDC6B4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CE9EE4-1266-7598-DBCD-52B6DED139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885C87-6374-052B-2F1D-B410D5B56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AD155-4737-40C2-8D0A-3FD693151A2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265A7-ADC1-CCCF-E7EA-6052E4CA1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48AB6-ECC6-F507-5991-82153E164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6D6C-3AC2-4564-AD5D-45B5C6D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20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7F8E1-49B1-266F-D16D-47283B170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685EF5-6569-3B71-BBF0-605B5281FD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55926-80D4-8AEC-54BB-074401B5A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AD155-4737-40C2-8D0A-3FD693151A2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C067A-AB7B-1053-3D9B-DEEEB487B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E3750-8AAF-3A2B-8F26-6AADD153E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6D6C-3AC2-4564-AD5D-45B5C6D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158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B2F872-1D77-67A8-F929-0D8868185D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EF2CF9-B55E-D81D-A469-CEFFB730C4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1ABFE-FE5D-96F0-8C38-A1A5BCE92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AD155-4737-40C2-8D0A-3FD693151A2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24071-68DE-FE2D-F12D-988AB6141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28418-8DF9-F28D-3D07-0CDC043F2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6D6C-3AC2-4564-AD5D-45B5C6D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181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2B0F4C-DCBC-37B3-2C30-E8D99F0BF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511A8-318D-E430-5897-69BC406528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D3565-D7A7-D1A7-AFA7-F8AA281451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2AD155-4737-40C2-8D0A-3FD693151A2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45E12-E1E2-28F2-4F06-3ABFA36BBE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6362D-0080-BAFF-0B15-2858A38B25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186D6C-3AC2-4564-AD5D-45B5C6DEE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885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102E4658-1142-A364-7764-669CF6E4F756}"/>
              </a:ext>
            </a:extLst>
          </p:cNvPr>
          <p:cNvSpPr/>
          <p:nvPr/>
        </p:nvSpPr>
        <p:spPr>
          <a:xfrm>
            <a:off x="858088" y="109243"/>
            <a:ext cx="1523975" cy="408623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71E927B3-ABC9-7439-7015-433CE75DF955}"/>
              </a:ext>
            </a:extLst>
          </p:cNvPr>
          <p:cNvSpPr/>
          <p:nvPr/>
        </p:nvSpPr>
        <p:spPr>
          <a:xfrm>
            <a:off x="852895" y="925693"/>
            <a:ext cx="1534363" cy="646331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Purchase cookie dough</a:t>
            </a: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12E485A9-7782-CFE7-5ACA-4A43666A8041}"/>
              </a:ext>
            </a:extLst>
          </p:cNvPr>
          <p:cNvSpPr/>
          <p:nvPr/>
        </p:nvSpPr>
        <p:spPr>
          <a:xfrm>
            <a:off x="852896" y="2757011"/>
            <a:ext cx="1534362" cy="369332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Open dough</a:t>
            </a:r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95FD6BEE-C5CC-9186-0E6D-ADDEC102CE93}"/>
              </a:ext>
            </a:extLst>
          </p:cNvPr>
          <p:cNvSpPr/>
          <p:nvPr/>
        </p:nvSpPr>
        <p:spPr>
          <a:xfrm>
            <a:off x="3706863" y="112220"/>
            <a:ext cx="1692492" cy="369332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US" dirty="0"/>
              <a:t>Scoop dough</a:t>
            </a:r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A4E9AD23-748D-6F1A-C3B6-7273600CB70C}"/>
              </a:ext>
            </a:extLst>
          </p:cNvPr>
          <p:cNvSpPr/>
          <p:nvPr/>
        </p:nvSpPr>
        <p:spPr>
          <a:xfrm>
            <a:off x="852896" y="1979851"/>
            <a:ext cx="1534362" cy="369332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Preheat oven</a:t>
            </a:r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C1236B0E-D569-B4E1-12E0-F26385CEB73D}"/>
              </a:ext>
            </a:extLst>
          </p:cNvPr>
          <p:cNvSpPr/>
          <p:nvPr/>
        </p:nvSpPr>
        <p:spPr>
          <a:xfrm>
            <a:off x="3712543" y="766160"/>
            <a:ext cx="1681133" cy="646331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US" dirty="0"/>
              <a:t>Place on baking sheet</a:t>
            </a:r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550EC761-C40C-1997-B982-5580E85181BC}"/>
              </a:ext>
            </a:extLst>
          </p:cNvPr>
          <p:cNvSpPr/>
          <p:nvPr/>
        </p:nvSpPr>
        <p:spPr>
          <a:xfrm>
            <a:off x="3706863" y="1697099"/>
            <a:ext cx="1692492" cy="646331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Place baking sheet in oven</a:t>
            </a:r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2E4370AF-F894-E25E-D0A4-02A862A86D4C}"/>
              </a:ext>
            </a:extLst>
          </p:cNvPr>
          <p:cNvSpPr/>
          <p:nvPr/>
        </p:nvSpPr>
        <p:spPr>
          <a:xfrm>
            <a:off x="3706864" y="2628038"/>
            <a:ext cx="1692491" cy="369332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Bake cookies</a:t>
            </a:r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597D9B69-FEDE-79A4-A26E-6C4392E41F22}"/>
              </a:ext>
            </a:extLst>
          </p:cNvPr>
          <p:cNvSpPr/>
          <p:nvPr/>
        </p:nvSpPr>
        <p:spPr>
          <a:xfrm>
            <a:off x="3713975" y="3281978"/>
            <a:ext cx="1678268" cy="646331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Remove and cool</a:t>
            </a:r>
          </a:p>
        </p:txBody>
      </p: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CEE25302-D050-00E9-02D7-2C9411C89B24}"/>
              </a:ext>
            </a:extLst>
          </p:cNvPr>
          <p:cNvSpPr/>
          <p:nvPr/>
        </p:nvSpPr>
        <p:spPr>
          <a:xfrm>
            <a:off x="3706864" y="4212917"/>
            <a:ext cx="1692491" cy="369332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Serve cookies</a:t>
            </a:r>
          </a:p>
        </p:txBody>
      </p:sp>
      <p:sp>
        <p:nvSpPr>
          <p:cNvPr id="14" name="Flowchart: Decision 13">
            <a:extLst>
              <a:ext uri="{FF2B5EF4-FFF2-40B4-BE49-F238E27FC236}">
                <a16:creationId xmlns:a16="http://schemas.microsoft.com/office/drawing/2014/main" id="{C4A95EBD-AC07-8C07-8357-4463E284B5B5}"/>
              </a:ext>
            </a:extLst>
          </p:cNvPr>
          <p:cNvSpPr/>
          <p:nvPr/>
        </p:nvSpPr>
        <p:spPr>
          <a:xfrm>
            <a:off x="2621822" y="4866857"/>
            <a:ext cx="3862575" cy="1283910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Decision: More cookies needed?   </a:t>
            </a:r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F686F62E-AEC2-0BBE-2127-CDB96EBE76BC}"/>
              </a:ext>
            </a:extLst>
          </p:cNvPr>
          <p:cNvSpPr/>
          <p:nvPr/>
        </p:nvSpPr>
        <p:spPr>
          <a:xfrm>
            <a:off x="7367559" y="92574"/>
            <a:ext cx="1618658" cy="408623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r>
              <a:rPr lang="en-US" dirty="0"/>
              <a:t>Stop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207E44F-642A-F125-FED8-3BC70D2958BE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1620076" y="517866"/>
            <a:ext cx="1" cy="4078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75E1CB5-6A33-C13D-1502-642D68BA9BB8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1620077" y="1572024"/>
            <a:ext cx="0" cy="4078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8CECC2E-FEFB-2E60-DA73-0F69952AD4C4}"/>
              </a:ext>
            </a:extLst>
          </p:cNvPr>
          <p:cNvCxnSpPr>
            <a:cxnSpLocks/>
            <a:stCxn id="8" idx="2"/>
            <a:endCxn id="6" idx="0"/>
          </p:cNvCxnSpPr>
          <p:nvPr/>
        </p:nvCxnSpPr>
        <p:spPr>
          <a:xfrm>
            <a:off x="1620077" y="2349183"/>
            <a:ext cx="0" cy="4078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415EDFF7-6F3F-EB7E-59F2-5AFD30FBFC93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2387258" y="296886"/>
            <a:ext cx="1319605" cy="264479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E42A0F8-744F-A05B-BE7B-847BEC599845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4553109" y="481552"/>
            <a:ext cx="1" cy="2846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B094188-A34E-ED4F-9BF8-DD7CA818F6E6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flipH="1">
            <a:off x="4553109" y="1412491"/>
            <a:ext cx="1" cy="2846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530BF3B-78C3-F7AF-F12D-DA15CA9E286F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4553109" y="2343430"/>
            <a:ext cx="1" cy="2846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D1F60D3-D8CF-0B30-38C1-6F22F2EAA93C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4553109" y="2997370"/>
            <a:ext cx="1" cy="2846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D23ADD2A-15DB-2D2A-1854-675D29E77B81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4553109" y="3928309"/>
            <a:ext cx="1" cy="2846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D699CA66-63DB-95E7-DCDC-97BB8F4F9073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4553110" y="4582249"/>
            <a:ext cx="0" cy="2846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7E901EBB-BE24-9A85-3EFE-F616030AD4B8}"/>
              </a:ext>
            </a:extLst>
          </p:cNvPr>
          <p:cNvCxnSpPr>
            <a:cxnSpLocks/>
            <a:stCxn id="14" idx="3"/>
            <a:endCxn id="7" idx="3"/>
          </p:cNvCxnSpPr>
          <p:nvPr/>
        </p:nvCxnSpPr>
        <p:spPr>
          <a:xfrm flipH="1" flipV="1">
            <a:off x="5399355" y="296886"/>
            <a:ext cx="1085042" cy="5211926"/>
          </a:xfrm>
          <a:prstGeom prst="bentConnector3">
            <a:avLst>
              <a:gd name="adj1" fmla="val -2106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: Elbow 131">
            <a:extLst>
              <a:ext uri="{FF2B5EF4-FFF2-40B4-BE49-F238E27FC236}">
                <a16:creationId xmlns:a16="http://schemas.microsoft.com/office/drawing/2014/main" id="{D172F4EF-CE5C-08AE-5BF8-B4A39471ED1F}"/>
              </a:ext>
            </a:extLst>
          </p:cNvPr>
          <p:cNvCxnSpPr>
            <a:cxnSpLocks/>
            <a:stCxn id="14" idx="2"/>
            <a:endCxn id="15" idx="1"/>
          </p:cNvCxnSpPr>
          <p:nvPr/>
        </p:nvCxnSpPr>
        <p:spPr>
          <a:xfrm rot="5400000" flipH="1" flipV="1">
            <a:off x="3033393" y="1816602"/>
            <a:ext cx="5853881" cy="2814449"/>
          </a:xfrm>
          <a:prstGeom prst="bentConnector4">
            <a:avLst>
              <a:gd name="adj1" fmla="val -3905"/>
              <a:gd name="adj2" fmla="val 8431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DE2E28D8-7F8A-ADF4-5F0E-23825905109F}"/>
              </a:ext>
            </a:extLst>
          </p:cNvPr>
          <p:cNvSpPr txBox="1"/>
          <p:nvPr/>
        </p:nvSpPr>
        <p:spPr>
          <a:xfrm rot="16200000">
            <a:off x="6257445" y="3017383"/>
            <a:ext cx="59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D53A9120-8772-12CC-026A-48220BB714C3}"/>
              </a:ext>
            </a:extLst>
          </p:cNvPr>
          <p:cNvSpPr txBox="1"/>
          <p:nvPr/>
        </p:nvSpPr>
        <p:spPr>
          <a:xfrm>
            <a:off x="5579512" y="6066043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617373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35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Kelly St. Pierre</dc:creator>
  <cp:lastModifiedBy>Kelly St. Pierre</cp:lastModifiedBy>
  <cp:revision>4</cp:revision>
  <dcterms:created xsi:type="dcterms:W3CDTF">2026-01-15T23:04:50Z</dcterms:created>
  <dcterms:modified xsi:type="dcterms:W3CDTF">2026-01-16T00:10:45Z</dcterms:modified>
</cp:coreProperties>
</file>